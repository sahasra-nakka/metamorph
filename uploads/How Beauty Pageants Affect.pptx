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sra Lalitha Nakka" userId="5bf3e8b23bc3e3cf" providerId="LiveId" clId="{F04CBF4D-F872-4494-8F1F-69E9E81390F6}"/>
    <pc:docChg chg="custSel modSld">
      <pc:chgData name="Sahasra Lalitha Nakka" userId="5bf3e8b23bc3e3cf" providerId="LiveId" clId="{F04CBF4D-F872-4494-8F1F-69E9E81390F6}" dt="2023-08-08T13:55:32.727" v="356" actId="255"/>
      <pc:docMkLst>
        <pc:docMk/>
      </pc:docMkLst>
      <pc:sldChg chg="modTransition">
        <pc:chgData name="Sahasra Lalitha Nakka" userId="5bf3e8b23bc3e3cf" providerId="LiveId" clId="{F04CBF4D-F872-4494-8F1F-69E9E81390F6}" dt="2023-08-08T13:50:35.074" v="327"/>
        <pc:sldMkLst>
          <pc:docMk/>
          <pc:sldMk cId="720928810" sldId="256"/>
        </pc:sldMkLst>
      </pc:sldChg>
      <pc:sldChg chg="modSp mod">
        <pc:chgData name="Sahasra Lalitha Nakka" userId="5bf3e8b23bc3e3cf" providerId="LiveId" clId="{F04CBF4D-F872-4494-8F1F-69E9E81390F6}" dt="2023-08-08T13:54:49.890" v="351" actId="2711"/>
        <pc:sldMkLst>
          <pc:docMk/>
          <pc:sldMk cId="2059971362" sldId="257"/>
        </pc:sldMkLst>
        <pc:spChg chg="mod">
          <ac:chgData name="Sahasra Lalitha Nakka" userId="5bf3e8b23bc3e3cf" providerId="LiveId" clId="{F04CBF4D-F872-4494-8F1F-69E9E81390F6}" dt="2023-08-08T13:54:49.890" v="351" actId="2711"/>
          <ac:spMkLst>
            <pc:docMk/>
            <pc:sldMk cId="2059971362" sldId="257"/>
            <ac:spMk id="3" creationId="{00000000-0000-0000-0000-000000000000}"/>
          </ac:spMkLst>
        </pc:spChg>
      </pc:sldChg>
      <pc:sldChg chg="modSp mod">
        <pc:chgData name="Sahasra Lalitha Nakka" userId="5bf3e8b23bc3e3cf" providerId="LiveId" clId="{F04CBF4D-F872-4494-8F1F-69E9E81390F6}" dt="2023-08-08T13:54:40.880" v="350" actId="2711"/>
        <pc:sldMkLst>
          <pc:docMk/>
          <pc:sldMk cId="2420760474" sldId="258"/>
        </pc:sldMkLst>
        <pc:spChg chg="mod">
          <ac:chgData name="Sahasra Lalitha Nakka" userId="5bf3e8b23bc3e3cf" providerId="LiveId" clId="{F04CBF4D-F872-4494-8F1F-69E9E81390F6}" dt="2023-08-08T13:54:40.880" v="350" actId="2711"/>
          <ac:spMkLst>
            <pc:docMk/>
            <pc:sldMk cId="2420760474" sldId="258"/>
            <ac:spMk id="3" creationId="{1D541931-2E15-E16F-2D82-409B02A3C1C6}"/>
          </ac:spMkLst>
        </pc:spChg>
      </pc:sldChg>
      <pc:sldChg chg="modSp mod">
        <pc:chgData name="Sahasra Lalitha Nakka" userId="5bf3e8b23bc3e3cf" providerId="LiveId" clId="{F04CBF4D-F872-4494-8F1F-69E9E81390F6}" dt="2023-08-08T13:54:31.977" v="349" actId="2711"/>
        <pc:sldMkLst>
          <pc:docMk/>
          <pc:sldMk cId="2259029933" sldId="259"/>
        </pc:sldMkLst>
        <pc:spChg chg="mod">
          <ac:chgData name="Sahasra Lalitha Nakka" userId="5bf3e8b23bc3e3cf" providerId="LiveId" clId="{F04CBF4D-F872-4494-8F1F-69E9E81390F6}" dt="2023-08-08T13:54:31.977" v="349" actId="2711"/>
          <ac:spMkLst>
            <pc:docMk/>
            <pc:sldMk cId="2259029933" sldId="259"/>
            <ac:spMk id="3" creationId="{DFBBB0AB-A707-FF09-213E-E396FC8445CE}"/>
          </ac:spMkLst>
        </pc:spChg>
      </pc:sldChg>
      <pc:sldChg chg="modSp mod">
        <pc:chgData name="Sahasra Lalitha Nakka" userId="5bf3e8b23bc3e3cf" providerId="LiveId" clId="{F04CBF4D-F872-4494-8F1F-69E9E81390F6}" dt="2023-08-08T13:54:08.069" v="346" actId="2711"/>
        <pc:sldMkLst>
          <pc:docMk/>
          <pc:sldMk cId="2020143514" sldId="260"/>
        </pc:sldMkLst>
        <pc:spChg chg="mod">
          <ac:chgData name="Sahasra Lalitha Nakka" userId="5bf3e8b23bc3e3cf" providerId="LiveId" clId="{F04CBF4D-F872-4494-8F1F-69E9E81390F6}" dt="2023-08-08T13:54:08.069" v="346" actId="2711"/>
          <ac:spMkLst>
            <pc:docMk/>
            <pc:sldMk cId="2020143514" sldId="260"/>
            <ac:spMk id="3" creationId="{08E88319-6B6A-D4B4-7F25-BE55966A3161}"/>
          </ac:spMkLst>
        </pc:spChg>
      </pc:sldChg>
      <pc:sldChg chg="modSp mod">
        <pc:chgData name="Sahasra Lalitha Nakka" userId="5bf3e8b23bc3e3cf" providerId="LiveId" clId="{F04CBF4D-F872-4494-8F1F-69E9E81390F6}" dt="2023-08-08T13:55:32.727" v="356" actId="255"/>
        <pc:sldMkLst>
          <pc:docMk/>
          <pc:sldMk cId="1213206033" sldId="261"/>
        </pc:sldMkLst>
        <pc:spChg chg="mod">
          <ac:chgData name="Sahasra Lalitha Nakka" userId="5bf3e8b23bc3e3cf" providerId="LiveId" clId="{F04CBF4D-F872-4494-8F1F-69E9E81390F6}" dt="2023-08-08T13:55:32.727" v="356" actId="255"/>
          <ac:spMkLst>
            <pc:docMk/>
            <pc:sldMk cId="1213206033" sldId="261"/>
            <ac:spMk id="2" creationId="{EF616FDD-9FF7-3A35-2D49-DC803221A7E4}"/>
          </ac:spMkLst>
        </pc:spChg>
        <pc:spChg chg="mod">
          <ac:chgData name="Sahasra Lalitha Nakka" userId="5bf3e8b23bc3e3cf" providerId="LiveId" clId="{F04CBF4D-F872-4494-8F1F-69E9E81390F6}" dt="2023-08-08T13:55:17.337" v="355" actId="1076"/>
          <ac:spMkLst>
            <pc:docMk/>
            <pc:sldMk cId="1213206033" sldId="261"/>
            <ac:spMk id="3" creationId="{E874BA94-D8FE-DBB3-494A-1088D945D25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B7ECF-CF31-43C3-A15B-11548DED95BD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C73297-FE7E-4EBB-A992-5A316D2CDB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772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73297-FE7E-4EBB-A992-5A316D2CDB6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587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18899" y="1014185"/>
            <a:ext cx="8623663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18899" y="3493860"/>
            <a:ext cx="862366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58888" y="6326185"/>
            <a:ext cx="2183674" cy="365125"/>
          </a:xfrm>
        </p:spPr>
        <p:txBody>
          <a:bodyPr/>
          <a:lstStyle/>
          <a:p>
            <a:fld id="{276D79ED-3FA7-4EF8-964B-EB8BCFAB02F8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661" y="6356349"/>
            <a:ext cx="32755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03073" y="6356349"/>
            <a:ext cx="1903913" cy="365125"/>
          </a:xfrm>
        </p:spPr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790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562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3" y="1683613"/>
            <a:ext cx="9139107" cy="285273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943" y="4563338"/>
            <a:ext cx="913910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46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943" y="1873975"/>
            <a:ext cx="436708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7763" y="1873975"/>
            <a:ext cx="44148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496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3" y="299811"/>
            <a:ext cx="901052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939" y="1615849"/>
            <a:ext cx="45528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4940" y="2439761"/>
            <a:ext cx="455282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44933" y="1615849"/>
            <a:ext cx="427053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44933" y="2439761"/>
            <a:ext cx="427053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114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360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5542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2" y="465138"/>
            <a:ext cx="3438395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1931" y="465138"/>
            <a:ext cx="5371011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4942" y="2065338"/>
            <a:ext cx="343839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260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4" y="483326"/>
            <a:ext cx="3024056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9556" y="491264"/>
            <a:ext cx="5809707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4944" y="2083526"/>
            <a:ext cx="302405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49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4943" y="417376"/>
            <a:ext cx="896765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943" y="1841862"/>
            <a:ext cx="8967657" cy="438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4943" y="6356349"/>
            <a:ext cx="21836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276D79ED-3FA7-4EF8-964B-EB8BCFAB02F8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8899" y="6356349"/>
            <a:ext cx="3275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4693" y="6356350"/>
            <a:ext cx="1903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610475" y="4914981"/>
            <a:ext cx="896556" cy="324395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 rot="16200000">
            <a:off x="-2113768" y="2546065"/>
            <a:ext cx="38886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bs-Latn-BA" sz="1200" dirty="0">
                <a:solidFill>
                  <a:schemeClr val="bg1">
                    <a:lumMod val="65000"/>
                  </a:schemeClr>
                </a:solidFill>
              </a:rPr>
              <a:t>Find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 m</a:t>
            </a:r>
            <a:r>
              <a:rPr lang="bs-Latn-BA" sz="1200" dirty="0">
                <a:solidFill>
                  <a:schemeClr val="bg1">
                    <a:lumMod val="65000"/>
                  </a:schemeClr>
                </a:solidFill>
              </a:rPr>
              <a:t>ore PowerPoint templates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 on </a:t>
            </a:r>
            <a:r>
              <a:rPr lang="bs-Latn-BA" sz="1200" b="1" baseline="0" dirty="0">
                <a:solidFill>
                  <a:schemeClr val="bg1">
                    <a:lumMod val="65000"/>
                  </a:schemeClr>
                </a:solidFill>
              </a:rPr>
              <a:t>prezentr.com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!</a:t>
            </a:r>
            <a:endParaRPr 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18899" y="2235200"/>
            <a:ext cx="8623663" cy="2387600"/>
          </a:xfrm>
        </p:spPr>
        <p:txBody>
          <a:bodyPr>
            <a:normAutofit fontScale="90000"/>
          </a:bodyPr>
          <a:lstStyle/>
          <a:p>
            <a:r>
              <a:rPr lang="en-US" b="0" dirty="0">
                <a:solidFill>
                  <a:srgbClr val="151B25"/>
                </a:solidFill>
                <a:latin typeface="Broadway" panose="04040905080B02020502" pitchFamily="82" charset="0"/>
              </a:rPr>
              <a:t>How Beauty Pageants Affect</a:t>
            </a:r>
            <a:br>
              <a:rPr lang="en-US" b="0" dirty="0">
                <a:solidFill>
                  <a:srgbClr val="151B25"/>
                </a:solidFill>
                <a:latin typeface="Broadway" panose="04040905080B02020502" pitchFamily="82" charset="0"/>
              </a:rPr>
            </a:br>
            <a:r>
              <a:rPr lang="en-US" b="0" dirty="0">
                <a:solidFill>
                  <a:srgbClr val="151B25"/>
                </a:solidFill>
                <a:latin typeface="Broadway" panose="04040905080B02020502" pitchFamily="82" charset="0"/>
              </a:rPr>
              <a:t>Women’s Self-esteem</a:t>
            </a:r>
            <a:br>
              <a:rPr lang="en-US" b="0" i="0" dirty="0">
                <a:solidFill>
                  <a:srgbClr val="151B25"/>
                </a:solidFill>
                <a:effectLst/>
                <a:latin typeface="Inter UI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18898" y="4174580"/>
            <a:ext cx="8623663" cy="1655762"/>
          </a:xfrm>
        </p:spPr>
        <p:txBody>
          <a:bodyPr/>
          <a:lstStyle/>
          <a:p>
            <a:r>
              <a:rPr lang="en-US" b="1" dirty="0">
                <a:latin typeface="+mj-lt"/>
              </a:rPr>
              <a:t>By Sahasra, Savya and Surabhi</a:t>
            </a:r>
          </a:p>
        </p:txBody>
      </p:sp>
    </p:spTree>
    <p:extLst>
      <p:ext uri="{BB962C8B-B14F-4D97-AF65-F5344CB8AC3E}">
        <p14:creationId xmlns:p14="http://schemas.microsoft.com/office/powerpoint/2010/main" val="720928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dirty="0"/>
              <a:t>What is a Beauty Pageant?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43" y="1841862"/>
            <a:ext cx="4847777" cy="431509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It is a competition </a:t>
            </a:r>
            <a:r>
              <a:rPr lang="en-US" b="0" i="0" dirty="0">
                <a:solidFill>
                  <a:srgbClr val="202122"/>
                </a:solidFill>
                <a:effectLst/>
              </a:rPr>
              <a:t>traditionally focused on judging and ranking the physical attributes of the contestants </a:t>
            </a:r>
          </a:p>
          <a:p>
            <a:pPr>
              <a:lnSpc>
                <a:spcPct val="110000"/>
              </a:lnSpc>
            </a:pPr>
            <a:r>
              <a:rPr lang="en-US" dirty="0"/>
              <a:t>Some popular beauty pageants include Miss World, Miss Universe, Miss International, and Miss Earth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</p:txBody>
      </p:sp>
      <p:pic>
        <p:nvPicPr>
          <p:cNvPr id="1028" name="Picture 4" descr="The Lily">
            <a:extLst>
              <a:ext uri="{FF2B5EF4-FFF2-40B4-BE49-F238E27FC236}">
                <a16:creationId xmlns:a16="http://schemas.microsoft.com/office/drawing/2014/main" id="{6C9284A6-FC58-3965-1675-608452FC1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160" y="2334363"/>
            <a:ext cx="4043680" cy="2189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99713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0E8D7-5C01-0546-2595-3EAA1130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000" dirty="0"/>
              <a:t>The Pros of Beauty Pageants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41931-2E15-E16F-2D82-409B02A3C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04" y="1973942"/>
            <a:ext cx="8449496" cy="3836923"/>
          </a:xfrm>
        </p:spPr>
        <p:txBody>
          <a:bodyPr>
            <a:normAutofit/>
          </a:bodyPr>
          <a:lstStyle/>
          <a:p>
            <a:r>
              <a:rPr lang="en-US" sz="4000" dirty="0"/>
              <a:t>Skill Development</a:t>
            </a:r>
            <a:r>
              <a:rPr lang="en-US" sz="4000" b="0" i="0" dirty="0">
                <a:effectLst/>
              </a:rPr>
              <a:t> </a:t>
            </a:r>
          </a:p>
          <a:p>
            <a:r>
              <a:rPr lang="en-US" sz="4000" dirty="0"/>
              <a:t>P</a:t>
            </a:r>
            <a:r>
              <a:rPr lang="en-US" sz="4000" b="0" i="0" dirty="0">
                <a:effectLst/>
              </a:rPr>
              <a:t>ublic Speaking </a:t>
            </a:r>
          </a:p>
          <a:p>
            <a:r>
              <a:rPr lang="en-US" sz="4000" dirty="0"/>
              <a:t>Charitable Endeavors</a:t>
            </a:r>
            <a:endParaRPr lang="en-US" sz="4000" b="0" i="0" dirty="0">
              <a:effectLst/>
            </a:endParaRPr>
          </a:p>
          <a:p>
            <a:r>
              <a:rPr lang="en-US" sz="4000" dirty="0"/>
              <a:t>Cultural Exchange</a:t>
            </a:r>
          </a:p>
          <a:p>
            <a:r>
              <a:rPr lang="en-US" sz="4000" dirty="0"/>
              <a:t>Personal Accomplishment</a:t>
            </a:r>
          </a:p>
          <a:p>
            <a:endParaRPr lang="en-US" sz="4000" b="0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207604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834D-416C-2B49-0EA0-D85E9E7CB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000" dirty="0"/>
              <a:t>The Cons of Beauty Pageants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BB0AB-A707-FF09-213E-E396FC844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080" y="1742939"/>
            <a:ext cx="8967657" cy="4335418"/>
          </a:xfrm>
        </p:spPr>
        <p:txBody>
          <a:bodyPr>
            <a:normAutofit/>
          </a:bodyPr>
          <a:lstStyle/>
          <a:p>
            <a:r>
              <a:rPr lang="en-US" sz="3600" b="0" i="0" dirty="0">
                <a:effectLst/>
              </a:rPr>
              <a:t>Objectifies/Sexualizes Young </a:t>
            </a:r>
            <a:r>
              <a:rPr lang="en-US" sz="3600" dirty="0"/>
              <a:t>W</a:t>
            </a:r>
            <a:r>
              <a:rPr lang="en-US" sz="3600" b="0" i="0" dirty="0">
                <a:effectLst/>
              </a:rPr>
              <a:t>omen </a:t>
            </a:r>
          </a:p>
          <a:p>
            <a:r>
              <a:rPr lang="en-US" sz="3600" dirty="0"/>
              <a:t>Body Dysmorphia</a:t>
            </a:r>
          </a:p>
          <a:p>
            <a:r>
              <a:rPr lang="en-US" sz="3600" b="0" i="0" dirty="0">
                <a:effectLst/>
              </a:rPr>
              <a:t>Toxic Work Place</a:t>
            </a:r>
          </a:p>
          <a:p>
            <a:r>
              <a:rPr lang="en-US" sz="3600" dirty="0"/>
              <a:t>Exploitation</a:t>
            </a:r>
          </a:p>
          <a:p>
            <a:r>
              <a:rPr lang="en-US" sz="3600" dirty="0"/>
              <a:t>Eating Disorders</a:t>
            </a:r>
            <a:endParaRPr lang="en-IN" sz="3600" dirty="0"/>
          </a:p>
          <a:p>
            <a:r>
              <a:rPr lang="en-US" sz="3600" b="0" i="0" dirty="0">
                <a:effectLst/>
              </a:rPr>
              <a:t>Promotes Stereotypes</a:t>
            </a:r>
          </a:p>
          <a:p>
            <a:endParaRPr lang="en-US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9029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F8980-A4A2-42EE-637E-1EB34A710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How do Beauty Pageants affect a Women’s Self-esteem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88319-6B6A-D4B4-7F25-BE55966A3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7898" y="1840151"/>
            <a:ext cx="5533944" cy="4370402"/>
          </a:xfrm>
        </p:spPr>
        <p:txBody>
          <a:bodyPr/>
          <a:lstStyle/>
          <a:p>
            <a:r>
              <a:rPr lang="en-IN" sz="2700" dirty="0"/>
              <a:t>It primarily focuses on a woman’s appearance</a:t>
            </a:r>
          </a:p>
          <a:p>
            <a:r>
              <a:rPr lang="en-IN" sz="2700" dirty="0"/>
              <a:t>They become victims of public body shaming</a:t>
            </a:r>
          </a:p>
          <a:p>
            <a:r>
              <a:rPr lang="en-IN" sz="2700" dirty="0"/>
              <a:t>They spend hours in front of mirrors trying to fit into unrealistic beauty standards</a:t>
            </a:r>
          </a:p>
          <a:p>
            <a:r>
              <a:rPr lang="en-US" sz="2700" b="0" i="0" dirty="0">
                <a:solidFill>
                  <a:srgbClr val="222222"/>
                </a:solidFill>
                <a:effectLst/>
              </a:rPr>
              <a:t>These contests have eligibility restrictions on age, marriage, and pregnancy </a:t>
            </a:r>
            <a:endParaRPr lang="en-IN" sz="2700" dirty="0"/>
          </a:p>
          <a:p>
            <a:endParaRPr lang="en-IN" dirty="0"/>
          </a:p>
        </p:txBody>
      </p:sp>
      <p:pic>
        <p:nvPicPr>
          <p:cNvPr id="4" name="Picture 2" descr="What is Body Dysmorphic Disorder? - Limerick Mental Health Association">
            <a:extLst>
              <a:ext uri="{FF2B5EF4-FFF2-40B4-BE49-F238E27FC236}">
                <a16:creationId xmlns:a16="http://schemas.microsoft.com/office/drawing/2014/main" id="{D9AC04F4-A3BF-27E4-D5E8-5384036F8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13" y="1840151"/>
            <a:ext cx="3159797" cy="392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1435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16FDD-9FF7-3A35-2D49-DC803221A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Conclusion and Call to Action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4BA94-D8FE-DBB3-494A-1088D945D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60" y="1823009"/>
            <a:ext cx="9351799" cy="427613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Promote diverse beauty standards that celebrate various body types, ethnicities, and appearances</a:t>
            </a:r>
          </a:p>
          <a:p>
            <a:r>
              <a:rPr lang="en-US" b="0" i="0" dirty="0">
                <a:effectLst/>
              </a:rPr>
              <a:t>Teach individuals, especially young women, to critically analyze media messages and question narrow beauty standards</a:t>
            </a:r>
          </a:p>
          <a:p>
            <a:r>
              <a:rPr lang="en-US" b="0" i="0" dirty="0">
                <a:effectLst/>
              </a:rPr>
              <a:t>Celebrate media that showcases women's achievements, talents, and contributions beyond physical appearance</a:t>
            </a:r>
          </a:p>
          <a:p>
            <a:r>
              <a:rPr lang="en-US" b="0" i="0" dirty="0">
                <a:effectLst/>
              </a:rPr>
              <a:t>Be an advocate for change and challenge harmful beauty norms whenever possible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32060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77063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45C8B0E-3A25-4A7B-AE77-E810C36B312E}" vid="{8954E97E-4F22-4B0C-9F95-303A2746A9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Modernism-PowerPoint-Template</Template>
  <TotalTime>139</TotalTime>
  <Words>202</Words>
  <Application>Microsoft Office PowerPoint</Application>
  <PresentationFormat>Widescreen</PresentationFormat>
  <Paragraphs>31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Broadway</vt:lpstr>
      <vt:lpstr>Calibri</vt:lpstr>
      <vt:lpstr>Inter UI</vt:lpstr>
      <vt:lpstr>Trebuchet MS</vt:lpstr>
      <vt:lpstr>Office Theme</vt:lpstr>
      <vt:lpstr>How Beauty Pageants Affect Women’s Self-esteem </vt:lpstr>
      <vt:lpstr>What is a Beauty Pageant?</vt:lpstr>
      <vt:lpstr>The Pros of Beauty Pageants</vt:lpstr>
      <vt:lpstr>The Cons of Beauty Pageants</vt:lpstr>
      <vt:lpstr>How do Beauty Pageants affect a Women’s Self-esteem </vt:lpstr>
      <vt:lpstr>Conclusion and Call to Action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Beauty Pageants Affect Women’s Self-esteem </dc:title>
  <dc:creator>Sahasra Lalitha Nakka</dc:creator>
  <cp:lastModifiedBy>Sahasra Lalitha Nakka</cp:lastModifiedBy>
  <cp:revision>2</cp:revision>
  <dcterms:created xsi:type="dcterms:W3CDTF">2023-08-07T16:32:56Z</dcterms:created>
  <dcterms:modified xsi:type="dcterms:W3CDTF">2023-08-08T13:57:14Z</dcterms:modified>
</cp:coreProperties>
</file>